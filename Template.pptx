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Th Sarabun New Bold" panose="020B0604020202020204" charset="-34"/>
      <p:regular r:id="rId4"/>
      <p:bold r:id="rId5"/>
    </p:embeddedFont>
    <p:embeddedFont>
      <p:font typeface="TH SarabunPSK" panose="020B0500040200020003" pitchFamily="34" charset="-34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7" d="100"/>
          <a:sy n="47" d="100"/>
        </p:scale>
        <p:origin x="295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8D26A-E432-4FDC-9ABF-A3645BA7F53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25258-0C32-4FF7-BC33-DA54DB827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เค้าโครงแบบกำหนดเ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ตัวแทนรูปภาพ 6">
            <a:extLst>
              <a:ext uri="{FF2B5EF4-FFF2-40B4-BE49-F238E27FC236}">
                <a16:creationId xmlns:a16="http://schemas.microsoft.com/office/drawing/2014/main" id="{A25E6511-1D1D-9D46-0609-54B3ABC023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3155950"/>
            <a:ext cx="4648200" cy="333057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ตัวแทนรูปภาพ 6">
            <a:extLst>
              <a:ext uri="{FF2B5EF4-FFF2-40B4-BE49-F238E27FC236}">
                <a16:creationId xmlns:a16="http://schemas.microsoft.com/office/drawing/2014/main" id="{DEC46FB3-C109-BF15-0E74-32E91E21DBF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29200" y="3155950"/>
            <a:ext cx="4648200" cy="333057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ตัวแทนรูปภาพ 6">
            <a:extLst>
              <a:ext uri="{FF2B5EF4-FFF2-40B4-BE49-F238E27FC236}">
                <a16:creationId xmlns:a16="http://schemas.microsoft.com/office/drawing/2014/main" id="{C9F28434-EA98-D6F2-29D4-423C43A031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8600" y="6721475"/>
            <a:ext cx="4648200" cy="333057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ตัวแทนรูปภาพ 6">
            <a:extLst>
              <a:ext uri="{FF2B5EF4-FFF2-40B4-BE49-F238E27FC236}">
                <a16:creationId xmlns:a16="http://schemas.microsoft.com/office/drawing/2014/main" id="{6517CBAC-EE0B-C0AD-4714-6296A03A143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6820" y="6721476"/>
            <a:ext cx="4648200" cy="33305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2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4902"/>
            <a:ext cx="18575628" cy="10212098"/>
          </a:xfrm>
          <a:custGeom>
            <a:avLst/>
            <a:gdLst/>
            <a:ahLst/>
            <a:cxnLst/>
            <a:rect l="l" t="t" r="r" b="b"/>
            <a:pathLst>
              <a:path w="18575628" h="10212098">
                <a:moveTo>
                  <a:pt x="0" y="0"/>
                </a:moveTo>
                <a:lnTo>
                  <a:pt x="18575628" y="0"/>
                </a:lnTo>
                <a:lnTo>
                  <a:pt x="18575628" y="10212098"/>
                </a:lnTo>
                <a:lnTo>
                  <a:pt x="0" y="10212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" b="-23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575628" cy="2007180"/>
          </a:xfrm>
          <a:custGeom>
            <a:avLst/>
            <a:gdLst/>
            <a:ahLst/>
            <a:cxnLst/>
            <a:rect l="l" t="t" r="r" b="b"/>
            <a:pathLst>
              <a:path w="18307080" h="2007180">
                <a:moveTo>
                  <a:pt x="0" y="0"/>
                </a:moveTo>
                <a:lnTo>
                  <a:pt x="18307080" y="0"/>
                </a:lnTo>
                <a:lnTo>
                  <a:pt x="18307080" y="2007180"/>
                </a:lnTo>
                <a:lnTo>
                  <a:pt x="0" y="2007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05" r="-210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83000" y="342160"/>
            <a:ext cx="2192628" cy="1658810"/>
          </a:xfrm>
          <a:custGeom>
            <a:avLst/>
            <a:gdLst/>
            <a:ahLst/>
            <a:cxnLst/>
            <a:rect l="l" t="t" r="r" b="b"/>
            <a:pathLst>
              <a:path w="2351520" h="1658810">
                <a:moveTo>
                  <a:pt x="0" y="0"/>
                </a:moveTo>
                <a:lnTo>
                  <a:pt x="2351520" y="0"/>
                </a:lnTo>
                <a:lnTo>
                  <a:pt x="2351520" y="1658810"/>
                </a:lnTo>
                <a:lnTo>
                  <a:pt x="0" y="165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345" r="-24800"/>
            </a:stretch>
          </a:blipFill>
        </p:spPr>
      </p:sp>
      <p:sp>
        <p:nvSpPr>
          <p:cNvPr id="5" name="Freeform 5" descr="A logo of a police officer  Description automatically generated"/>
          <p:cNvSpPr/>
          <p:nvPr/>
        </p:nvSpPr>
        <p:spPr>
          <a:xfrm>
            <a:off x="16297172" y="260644"/>
            <a:ext cx="1836000" cy="1819796"/>
          </a:xfrm>
          <a:custGeom>
            <a:avLst/>
            <a:gdLst/>
            <a:ahLst/>
            <a:cxnLst/>
            <a:rect l="l" t="t" r="r" b="b"/>
            <a:pathLst>
              <a:path w="1836000" h="1819796">
                <a:moveTo>
                  <a:pt x="0" y="0"/>
                </a:moveTo>
                <a:lnTo>
                  <a:pt x="1836000" y="0"/>
                </a:lnTo>
                <a:lnTo>
                  <a:pt x="1836000" y="1819796"/>
                </a:lnTo>
                <a:lnTo>
                  <a:pt x="0" y="18197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" r="-35"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564918"/>
              </p:ext>
            </p:extLst>
          </p:nvPr>
        </p:nvGraphicFramePr>
        <p:xfrm>
          <a:off x="10257796" y="2199360"/>
          <a:ext cx="7895971" cy="7941120"/>
        </p:xfrm>
        <a:graphic>
          <a:graphicData uri="http://schemas.openxmlformats.org/drawingml/2006/table">
            <a:tbl>
              <a:tblPr/>
              <a:tblGrid>
                <a:gridCol w="2010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5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203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 dirty="0" err="1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วัน</a:t>
                      </a:r>
                      <a:r>
                        <a:rPr lang="en-US" sz="2400" b="1" spc="-19" dirty="0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 </a:t>
                      </a:r>
                      <a:r>
                        <a:rPr lang="en-US" sz="2400" b="1" spc="-19" dirty="0" err="1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เวลา</a:t>
                      </a:r>
                      <a:r>
                        <a:rPr lang="en-US" sz="2400" b="1" spc="-19" dirty="0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 </a:t>
                      </a:r>
                      <a:r>
                        <a:rPr lang="en-US" sz="2400" b="1" spc="-19" dirty="0" err="1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ออกตรวจ</a:t>
                      </a: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747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สถานที่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511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ประเภท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2723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ผู้ควบคุม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2400" b="1" spc="-19" dirty="0">
                        <a:solidFill>
                          <a:srgbClr val="000000"/>
                        </a:solidFill>
                        <a:latin typeface="Th Sarabun New Bold"/>
                        <a:ea typeface="Th Sarabun New Bold"/>
                        <a:cs typeface="Th Sarabun New Bold"/>
                        <a:sym typeface="Th Sarabun New Bold"/>
                      </a:endParaRPr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98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ระดับความเสี่ยง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7913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ตรวจยานพาหนะ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574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ผู้ติดต่อประสานงาน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511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พิกัด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1784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เส้นทาง/สถานการณ์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4839480" y="46328"/>
            <a:ext cx="8609040" cy="1104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56" dirty="0">
                <a:solidFill>
                  <a:srgbClr val="FFD401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ส.รน.4 กก.7 </a:t>
            </a:r>
            <a:r>
              <a:rPr lang="en-US" sz="7200" b="1" spc="-56" dirty="0" err="1">
                <a:solidFill>
                  <a:srgbClr val="FFD401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บก.รน</a:t>
            </a:r>
            <a:r>
              <a:rPr lang="en-US" sz="7200" b="1" spc="-56" dirty="0">
                <a:solidFill>
                  <a:srgbClr val="FFD401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.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63F44D45-289B-204B-22FC-0D07C760B454}"/>
              </a:ext>
            </a:extLst>
          </p:cNvPr>
          <p:cNvSpPr txBox="1"/>
          <p:nvPr/>
        </p:nvSpPr>
        <p:spPr>
          <a:xfrm>
            <a:off x="12344400" y="255270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{{DATE}}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34379553-1664-2F1E-AC80-2CC0F7888432}"/>
              </a:ext>
            </a:extLst>
          </p:cNvPr>
          <p:cNvSpPr txBox="1"/>
          <p:nvPr/>
        </p:nvSpPr>
        <p:spPr>
          <a:xfrm>
            <a:off x="12344400" y="361950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{{LOCATION}}</a:t>
            </a: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AB2E31A4-C99D-B158-662D-9F138D15779B}"/>
              </a:ext>
            </a:extLst>
          </p:cNvPr>
          <p:cNvSpPr txBox="1"/>
          <p:nvPr/>
        </p:nvSpPr>
        <p:spPr>
          <a:xfrm>
            <a:off x="12344400" y="4326266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{{TYPE}}</a:t>
            </a: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2C6FCA30-0EB3-8581-D83E-2568276FD00C}"/>
              </a:ext>
            </a:extLst>
          </p:cNvPr>
          <p:cNvSpPr txBox="1"/>
          <p:nvPr/>
        </p:nvSpPr>
        <p:spPr>
          <a:xfrm>
            <a:off x="12344400" y="5141717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{{COMMANDER}}</a:t>
            </a: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3AD3070F-2964-CFD0-D298-725FF88DE3A6}"/>
              </a:ext>
            </a:extLst>
          </p:cNvPr>
          <p:cNvSpPr txBox="1"/>
          <p:nvPr/>
        </p:nvSpPr>
        <p:spPr>
          <a:xfrm>
            <a:off x="12344400" y="5939087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{{RISK}}</a:t>
            </a: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3C1E790E-BB6A-85EF-4451-6B542F8C6A72}"/>
              </a:ext>
            </a:extLst>
          </p:cNvPr>
          <p:cNvSpPr txBox="1"/>
          <p:nvPr/>
        </p:nvSpPr>
        <p:spPr>
          <a:xfrm>
            <a:off x="12338177" y="6795214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{{VEHICLE}}</a:t>
            </a:r>
          </a:p>
        </p:txBody>
      </p:sp>
      <p:sp>
        <p:nvSpPr>
          <p:cNvPr id="18" name="กล่องข้อความ 17">
            <a:extLst>
              <a:ext uri="{FF2B5EF4-FFF2-40B4-BE49-F238E27FC236}">
                <a16:creationId xmlns:a16="http://schemas.microsoft.com/office/drawing/2014/main" id="{179EB63D-AED6-57D4-A8CA-A3210157A263}"/>
              </a:ext>
            </a:extLst>
          </p:cNvPr>
          <p:cNvSpPr txBox="1"/>
          <p:nvPr/>
        </p:nvSpPr>
        <p:spPr>
          <a:xfrm>
            <a:off x="12346468" y="78089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{{COORD_NAME}}</a:t>
            </a:r>
            <a:endParaRPr lang="en-US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0" name="กล่องข้อความ 19">
            <a:extLst>
              <a:ext uri="{FF2B5EF4-FFF2-40B4-BE49-F238E27FC236}">
                <a16:creationId xmlns:a16="http://schemas.microsoft.com/office/drawing/2014/main" id="{E015D6EE-4314-FBA2-18B3-750B14E73EBA}"/>
              </a:ext>
            </a:extLst>
          </p:cNvPr>
          <p:cNvSpPr txBox="1"/>
          <p:nvPr/>
        </p:nvSpPr>
        <p:spPr>
          <a:xfrm>
            <a:off x="12346468" y="92902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{{SITUATION}}</a:t>
            </a:r>
          </a:p>
        </p:txBody>
      </p: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5BDAB615-E9EF-0F24-FF81-CFC8E825736A}"/>
              </a:ext>
            </a:extLst>
          </p:cNvPr>
          <p:cNvSpPr txBox="1"/>
          <p:nvPr/>
        </p:nvSpPr>
        <p:spPr>
          <a:xfrm>
            <a:off x="12346468" y="8375487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{{GPS}}</a:t>
            </a:r>
            <a:endParaRPr lang="en-US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" name="ตัวแทนรูปภาพ 30">
            <a:extLst>
              <a:ext uri="{FF2B5EF4-FFF2-40B4-BE49-F238E27FC236}">
                <a16:creationId xmlns:a16="http://schemas.microsoft.com/office/drawing/2014/main" id="{D996CD97-5627-AAA1-25F5-3B6CD03EA9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2" name="ตัวแทนรูปภาพ 31">
            <a:extLst>
              <a:ext uri="{FF2B5EF4-FFF2-40B4-BE49-F238E27FC236}">
                <a16:creationId xmlns:a16="http://schemas.microsoft.com/office/drawing/2014/main" id="{9D9E298F-9D79-36D8-6A76-7026245E34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3" name="ตัวแทนรูปภาพ 32">
            <a:extLst>
              <a:ext uri="{FF2B5EF4-FFF2-40B4-BE49-F238E27FC236}">
                <a16:creationId xmlns:a16="http://schemas.microsoft.com/office/drawing/2014/main" id="{205AEBEB-9F2E-6F1C-62E8-D3936ECED0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4" name="ตัวแทนรูปภาพ 33">
            <a:extLst>
              <a:ext uri="{FF2B5EF4-FFF2-40B4-BE49-F238E27FC236}">
                <a16:creationId xmlns:a16="http://schemas.microsoft.com/office/drawing/2014/main" id="{4278FF2F-02EC-527D-1B3E-5CA464F5BF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AFFD9662-A926-2D80-03BD-CF2BFFA6AD6D}"/>
              </a:ext>
            </a:extLst>
          </p:cNvPr>
          <p:cNvSpPr txBox="1"/>
          <p:nvPr/>
        </p:nvSpPr>
        <p:spPr>
          <a:xfrm>
            <a:off x="4839480" y="787879"/>
            <a:ext cx="8609040" cy="1011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4000" b="1" spc="-56" dirty="0">
                <a:solidFill>
                  <a:srgbClr val="FFD401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{{HEADER_MONTH}}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61</Words>
  <Application>Microsoft Office PowerPoint</Application>
  <PresentationFormat>กำหนดเอง</PresentationFormat>
  <Paragraphs>20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6" baseType="lpstr">
      <vt:lpstr>Arial</vt:lpstr>
      <vt:lpstr>TH SarabunPSK</vt:lpstr>
      <vt:lpstr>Th Sarabun New Bold</vt:lpstr>
      <vt:lpstr>Calibri</vt:lpstr>
      <vt:lpstr>Office Theme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สายตรวจท่าเรือประจำวัน ต.ค.68</dc:title>
  <cp:lastModifiedBy>Takbai MarinePolice</cp:lastModifiedBy>
  <cp:revision>5</cp:revision>
  <dcterms:created xsi:type="dcterms:W3CDTF">2006-08-16T00:00:00Z</dcterms:created>
  <dcterms:modified xsi:type="dcterms:W3CDTF">2025-11-24T03:24:55Z</dcterms:modified>
  <dc:identifier>DAG0syW0ycU</dc:identifier>
</cp:coreProperties>
</file>